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4572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389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COMPILERS COURSE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Allocation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Graph Coloring Techniques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Modern Enhancements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3063240"/>
            <a:ext cx="804672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Papers Covered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401568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</a:rPr>
              <a:t>Chaitin (1982) — Graph Coloring Register Allocation
</a:t>
            </a:r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</a:rPr>
              <a:t>Poletto &amp; Sarkar (1999) — Linear Scan Register Allocation
</a:t>
            </a:r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</a:rPr>
              <a:t>Cooper &amp; Simpson (1998) — Live Range Splitting
</a:t>
            </a:r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</a:rPr>
              <a:t>Park &amp; Moon (2004) — Optimistic Register Coalescing
</a:t>
            </a:r>
            <a:pPr indent="0" marL="0">
              <a:buNone/>
            </a:pPr>
            <a:r>
              <a:rPr lang="en-US" sz="1000" dirty="0">
                <a:solidFill>
                  <a:srgbClr val="C9D8EE"/>
                </a:solidFill>
              </a:rPr>
              <a:t>Odaira et al. (2010) — Coloring-Based Coalescing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Register Allocation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24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89888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Programs use unlimited virtual/symbolic registers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Hardware has only a small fixed number of physical registers (e.g. 8–32)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Values not in registers must be stored in memory → spill code (loads/stores)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2626"/>
                </a:solidFill>
              </a:rPr>
              <a:t>Memory access is 10–100× slower than register access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914400"/>
            <a:ext cx="4297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24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The Goal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417320"/>
            <a:ext cx="365760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 v2  v3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v4  v5  v6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2606040"/>
            <a:ext cx="365760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606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Allocator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657600"/>
            <a:ext cx="365760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R1  R2  R3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R4  ...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75120" y="2103120"/>
            <a:ext cx="0" cy="475488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0" y="3310128"/>
            <a:ext cx="0" cy="338328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370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+ Spill some to memory if needed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</a:rPr>
              <a:t>Chaitin (1982)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Register Allocation &amp; Spilling via Graph Coloring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41248"/>
            <a:ext cx="201168" cy="15727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932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Interference Graph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25272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One node per symbolic register (live range). Edge between two nodes if they are live at the same time → they cannot share a register.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841248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841248"/>
            <a:ext cx="201168" cy="15727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9326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k-Coloring = Allocation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38928" y="125272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k = number of physical registers. A valid k-coloring means no two adjacent nodes share a color (register). NP-complete in general.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606040"/>
            <a:ext cx="201168" cy="15727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Simplify Phase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0175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Repeatedly remove a node with degree &lt; k and push it onto a coloring stack. Low-degree nodes are always safe to color later.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60604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606040"/>
            <a:ext cx="201168" cy="15727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Select Phase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38928" y="301752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Pop nodes off the stack and assign a color not used by its neighbors. If no color is available → the node is spilled to memory.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8503920" cy="548640"/>
          </a:xfrm>
          <a:prstGeom prst="roundRect">
            <a:avLst>
              <a:gd name="adj" fmla="val 11667"/>
            </a:avLst>
          </a:prstGeom>
          <a:solidFill>
            <a:srgbClr val="FFF8E1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37997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4037"/>
                </a:solidFill>
              </a:rPr>
              <a:t>Key Innovation: When no node has degree &lt; k, pick the node with lowest (spill_cost / degree) ratio — spill it and restart.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</a:rPr>
              <a:t>Chaitin (1982)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Interference Graph &amp; Coloring — Worked Example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2926080" cy="411480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68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DB6AC"/>
                </a:solidFill>
              </a:rPr>
              <a:t>Example Code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20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A + B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C * 2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804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Interference Graph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83480" y="1572768"/>
            <a:ext cx="-1005840" cy="62179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572768"/>
            <a:ext cx="0" cy="144475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83480" y="1572768"/>
            <a:ext cx="1005840" cy="62179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77640" y="2423160"/>
            <a:ext cx="1005840" cy="5943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3017520"/>
            <a:ext cx="1005840" cy="-5943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502920" cy="502920"/>
          </a:xfrm>
          <a:prstGeom prst="ellipse">
            <a:avLst/>
          </a:prstGeom>
          <a:solidFill>
            <a:srgbClr val="00897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2194560"/>
            <a:ext cx="502920" cy="502920"/>
          </a:xfrm>
          <a:prstGeom prst="ellipse">
            <a:avLst/>
          </a:prstGeom>
          <a:solidFill>
            <a:srgbClr val="5C6BC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502920" cy="50292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60720" y="2194560"/>
            <a:ext cx="502920" cy="502920"/>
          </a:xfrm>
          <a:prstGeom prst="ellipse">
            <a:avLst/>
          </a:prstGeom>
          <a:solidFill>
            <a:srgbClr val="E53935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607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3749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Edges = simultaneous liveness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</a:rPr>
              <a:t>(cannot share a register)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95160" y="804672"/>
            <a:ext cx="19202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86600" y="86868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Coloring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Stack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32320" y="1371600"/>
            <a:ext cx="1645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13716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(R1)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6600" y="18562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↑ pop &amp; color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32320" y="2084832"/>
            <a:ext cx="1645920" cy="502920"/>
          </a:xfrm>
          <a:prstGeom prst="rect">
            <a:avLst/>
          </a:prstGeom>
          <a:solidFill>
            <a:srgbClr val="5C6B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32320" y="208483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 (R2)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256946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↑ pop &amp; color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32320" y="2798064"/>
            <a:ext cx="1645920" cy="502920"/>
          </a:xfrm>
          <a:prstGeom prst="rect">
            <a:avLst/>
          </a:prstGeom>
          <a:solidFill>
            <a:srgbClr val="0089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0" y="279806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(R1)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86600" y="328269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↑ pop &amp; color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32320" y="3511296"/>
            <a:ext cx="1645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351129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 spill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42245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Bottom = popped last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= colored first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Graph Coloring Allocation — Algorithm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5029200" cy="411480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4846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Briggs-style Graph Coloring Allocator
</a:t>
            </a:r>
            <a:pPr indent="0" marL="0">
              <a:buNone/>
            </a:pPr>
            <a:r>
              <a:rPr lang="en-US" sz="95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graphColorAllocate(program, k):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renumber(program)          // unique live ranges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 = buildInterferenceGraph(program)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computeSpillCosts(G)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 = []
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SIMPLIFY PHASE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G is not empty: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 n with degree(n) &lt; k exists: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push(stack, n); remove n from G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
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SPILL CANDIDATE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 = argmin(spillCost/degree)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push(stack, n); remove n from G
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SELECT PHASE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stack not empty: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= pop(stack)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avail = colors - {colors of n's neighbors}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avail: color[n] = any(avail)
</a:t>
            </a:r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markForSpill(n)     // actual spill
</a:t>
            </a:r>
            <a:pPr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insertSpillCode(); repeat if spills exist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804672"/>
            <a:ext cx="33832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8778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</a:rPr>
              <a:t>Key Steps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234440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53328" y="123444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Renumber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53328" y="14356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Give every live range a unique name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938528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9385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328" y="19385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Build 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53328" y="21396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Add edge between any two simultaneously live variables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642616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2642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53328" y="26426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Spill Costs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53328" y="284378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Estimate cost = defs + uses × loop weight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3346704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53328" y="33467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Simplify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53328" y="35478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Remove low-degree nodes optimistically; mark high-degree as potential spills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4050792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40507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53328" y="40507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Select &amp; Spill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53328" y="4251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Assign registers; spill uncolorable nodes → insert loads/stores → repeat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</a:rPr>
              <a:t>Poletto &amp; Sarkar (1999)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Linear Scan Register Allocation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50392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5E20"/>
                </a:solidFill>
              </a:rPr>
              <a:t>Motivation: Graph coloring is accurate but slow — O(n²) interference graph. JIT compilers and dynamic systems need fast allocation.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27632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27632"/>
            <a:ext cx="269748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0992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Intervals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26771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897B"/>
                </a:solidFill>
              </a:rPr>
              <a:t>[ i , j 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2423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Instead of full interference graph, represent each variable as a single interval [start, end] — the range it is live. Simpler and faster to compute.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627632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627632"/>
            <a:ext cx="2697480" cy="5669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70992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 Linear Pass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26771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6BC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20440" y="2834640"/>
            <a:ext cx="2423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Sort intervals by start point. Scan once left-to-right. When a new interval starts, allocate a free register. When one ends, free the register.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627632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627632"/>
            <a:ext cx="269748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709928"/>
            <a:ext cx="2514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Spill Heuristic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267712"/>
            <a:ext cx="1051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✕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37960" y="2834640"/>
            <a:ext cx="2423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If no register is free, spill the interval that ends latest (furthest away). In straight-line code this is optimal — saves the register longest.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</a:rPr>
              <a:t>Poletto &amp; Sarkar (1999)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Linear Scan Algorithm &amp; Live Interval Diagram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389120" cy="4114800"/>
          </a:xfrm>
          <a:prstGeom prst="rect">
            <a:avLst/>
          </a:prstGeom>
          <a:solidFill>
            <a:srgbClr val="1E2533"/>
          </a:solidFill>
          <a:ln w="12700">
            <a:solidFill>
              <a:srgbClr val="2D37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42062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LinearScan(intervals, R):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active = {}  // intervals in registers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free_regs = {r1, r2, ..., rR}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 in intervals (sorted by start):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ExpireOldIntervals(i)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|active| == R:   // no free reg
</a:t>
            </a:r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SpillAtInterval(i)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reg[i] = pop(free_regs)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add i to active (by end point)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ExpireOldIntervals(i):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j in active (by end point):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end[j] &gt;= start[i]: return
</a:t>
            </a:r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remove j; push(free_regs, reg[j])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9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SpillAtInterval(i):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spill = last in active  // ends latest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end[spill] &gt; end[i]:
</a:t>
            </a:r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reg[i]=reg[spill]; spill→ memory
</a:t>
            </a:r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i → memory (spill new)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37760" y="822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B5E"/>
                </a:solidFill>
              </a:rPr>
              <a:t>Live Interval Diagram (R = 2 registers)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1234440"/>
            <a:ext cx="393192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1161288"/>
            <a:ext cx="0" cy="14630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8016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20740" y="1161288"/>
            <a:ext cx="0" cy="14630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128016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03720" y="1161288"/>
            <a:ext cx="0" cy="14630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28016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86700" y="1161288"/>
            <a:ext cx="0" cy="14630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49540" y="128016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69680" y="1161288"/>
            <a:ext cx="0" cy="146304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128016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37760" y="1645920"/>
            <a:ext cx="294894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459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9852" y="16459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R1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176272"/>
            <a:ext cx="196596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176272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76872" y="21762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R2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20740" y="2706624"/>
            <a:ext cx="294894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6460" y="2706624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42832" y="27066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SPILL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86700" y="3236976"/>
            <a:ext cx="98298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32420" y="3236976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42832" y="323697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R1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86700" y="3767328"/>
            <a:ext cx="982980" cy="34747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32420" y="3767328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42832" y="376732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897B"/>
                </a:solidFill>
              </a:rPr>
              <a:t>R2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457200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FFF3E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6085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4037"/>
                </a:solidFill>
              </a:rPr>
              <a:t>C is spilled at step 2 because all R registers are occupied and C ends latest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</a:rPr>
              <a:t>Cooper &amp; Simpson (1998)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Live Range Splitting in a Graph Coloring Register Allocator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50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Problem: Spill Everywhere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When a live range is spilled, Chaitin inserts a STORE after every definition and LOAD before every use — even inside hot loops.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Result: Unnecessary spill code in loops → performance loss.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850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Solution: Passive Live Range Splitting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207008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Only split a live range after it has been selected for spilling. Find a color such that: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① All neighbors of that color can be split around the live range, 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② The live range can be split around all its color-neighbors.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8892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B5E"/>
                </a:solidFill>
              </a:rPr>
              <a:t>Example: Split l₁ across l₂ instead of spilling inside loop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27248"/>
            <a:ext cx="269748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821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Original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47472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[loop]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127248"/>
            <a:ext cx="2697480" cy="1828800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1821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Spill l₂ (bad)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347472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[loop]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l₁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3127248"/>
            <a:ext cx="2697480" cy="1828800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1821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</a:rPr>
              <a:t>Split l₁ across l₂ (good)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474720"/>
            <a:ext cx="2423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l₁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[loop]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l₁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5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919472"/>
            <a:ext cx="850392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9743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5E20"/>
                </a:solidFill>
              </a:rPr>
              <a:t>Splitting l₁ across l₂ moves all spill code outside the loop → significant execution time savings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</a:rPr>
              <a:t>Park &amp; Moon (2004)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Optimistic Register Coalescing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503920" cy="658368"/>
          </a:xfrm>
          <a:prstGeom prst="roundRect">
            <a:avLst>
              <a:gd name="adj" fmla="val 9722"/>
            </a:avLst>
          </a:prstGeom>
          <a:solidFill>
            <a:srgbClr val="FFF8F8"/>
          </a:solidFill>
          <a:ln w="19050">
            <a:solidFill>
              <a:srgbClr val="B71C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0000"/>
                </a:solidFill>
              </a:rPr>
              <a:t>Coalescing: If source and destination of a copy (x = y) do not interfere, merge them into one node and eliminate the copy instruction.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697480" cy="3310128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72768"/>
            <a:ext cx="269748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276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Aggressive (Chaitin)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Coalesce all non-interfering copy pairs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2423160" cy="4572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614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✓  Max copy elimination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May cause extra spills → bad colorability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83280" y="1572768"/>
            <a:ext cx="2697480" cy="3310128"/>
          </a:xfrm>
          <a:prstGeom prst="rect">
            <a:avLst/>
          </a:prstGeom>
          <a:solidFill>
            <a:srgbClr val="EDE7F6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572768"/>
            <a:ext cx="2697480" cy="56692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16276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Conservative (Briggs/George)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176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Coalesce only if colorability is guaranteed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520440" y="2651760"/>
            <a:ext cx="2423160" cy="4572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27614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✓  No spills from coalescing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2044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Too cautious — misses many safe opportunities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1572768"/>
            <a:ext cx="2697480" cy="3310128"/>
          </a:xfrm>
          <a:prstGeom prst="rect">
            <a:avLst/>
          </a:prstGeom>
          <a:solidFill>
            <a:srgbClr val="E0F2F1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1572768"/>
            <a:ext cx="2697480" cy="5669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6276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Optimistic (Park &amp; Moon)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7627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B5E"/>
                </a:solidFill>
              </a:rPr>
              <a:t>Coalesce aggressively; undo if actually spilled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537960" y="2651760"/>
            <a:ext cx="2423160" cy="45720"/>
          </a:xfrm>
          <a:prstGeom prst="rect">
            <a:avLst/>
          </a:prstGeom>
          <a:solidFill>
            <a:srgbClr val="E8ECF4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7614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</a:rPr>
              <a:t>✓  Best of both: aggressive + safe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537960" y="331012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2626"/>
                </a:solidFill>
              </a:rPr>
              <a:t>✗  Extra bookkeeping for undo logic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956048"/>
            <a:ext cx="8503920" cy="457200"/>
          </a:xfrm>
          <a:prstGeom prst="roundRect">
            <a:avLst>
              <a:gd name="adj" fmla="val 14000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50200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Key Insight: Coalescing can HELP colorability (reduces neighbor degrees). Only undo when a coalesced node must actually be spilled.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Park &amp; Moon (2004) — Optimistic Coalescing: The Undo Mechanism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01168" cy="8686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96112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1. Coalesce Aggressively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207008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Merge ALL non-interfering copy pairs, even if it violates conservative heuristics.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709928"/>
            <a:ext cx="0" cy="118872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47088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47088"/>
            <a:ext cx="201168" cy="8686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920240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2. Simplify &amp; Potential Spill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231136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Run Briggs' optimistic simplify. If a coalesced node (chunk) is chosen for potential spill, prefer chunks with more ingredient nodes.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2734056"/>
            <a:ext cx="0" cy="118872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871216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71216"/>
            <a:ext cx="20116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944368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3. Select Phase — Undo if Needed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255264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Pop chunk from stack. If no color available → SPLIT it back into its original sub-nodes. Try to color as many splits as possible.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758184"/>
            <a:ext cx="0" cy="118872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895344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95344"/>
            <a:ext cx="20116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968496"/>
            <a:ext cx="8092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4. Minimize Spill Cost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" y="4279392"/>
            <a:ext cx="8092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Among splits: color the ones that fit. Only spill those that truly cannot be colored. This reduces total spill amount.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956048"/>
            <a:ext cx="8503920" cy="475488"/>
          </a:xfrm>
          <a:prstGeom prst="roundRect">
            <a:avLst>
              <a:gd name="adj" fmla="val 13462"/>
            </a:avLst>
          </a:prstGeom>
          <a:solidFill>
            <a:srgbClr val="E0F2F1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02005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4D40"/>
                </a:solidFill>
              </a:rPr>
              <a:t>Results: Optimistic coalescing eliminates ≈99% of copies (same as aggressive) while generating fewer spills than even conservative coalescing.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DB6AC"/>
                </a:solidFill>
              </a:rPr>
              <a:t>Odaira et al. (2010)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3108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Coloring-Based Coalescing for Graph Coloring Register Allocation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686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E2723"/>
                </a:solidFill>
              </a:rPr>
              <a:t>Context: After live range splitting, sub-ranges of the same variable become copy-related. Coalescing them can reduce total spill cost — but only the RIGHT sub-ranges.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72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Why Existing Methods Fail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840480" cy="713232"/>
          </a:xfrm>
          <a:prstGeom prst="rect">
            <a:avLst/>
          </a:prstGeom>
          <a:solidFill>
            <a:srgbClr val="FFF8E1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659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</a:rPr>
              <a:t>Iterated Coalescing: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1762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Too conservative — only merges pairs guaranteed not to spill. Misses many beneficial coalesces.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3840480" cy="713232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Optimistic Coalescing: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Too aggressive — merges all sub-ranges of a spilled variable at once, often making things worse.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481328"/>
            <a:ext cx="4206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The Coloring-Based Approach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1901952"/>
            <a:ext cx="320040" cy="3200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901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02352" y="190195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Perform a TRIAL coloring using real colors + extended colors (no limit)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432304"/>
            <a:ext cx="320040" cy="3200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4323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02352" y="24323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Coalesce only sub-ranges assigned the SAME color → called companion sub-ranges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962656"/>
            <a:ext cx="320040" cy="3200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962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02352" y="29626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Clear colors and run actual register allocation on the coalesced graph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30752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3794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Why it works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08736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Sub-ranges that get the same color in trial coloring share common interference neighbors and don't have other neighbors preventing them from sharing a color. Differently-colored sub-ranges CANNOT safely be merged — they will likely spill.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7947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</a:rPr>
              <a:t>Results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08736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059669"/>
                </a:solidFill>
              </a:rPr>
              <a:t>&gt;6% average reduction in static spill cost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59669"/>
                </a:solidFill>
              </a:rPr>
              <a:t>Up to 15% execution time speedup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C2626"/>
                </a:solidFill>
              </a:rPr>
              <a:t>Iterated &amp; optimistic coalescing INCREASE spill cost by &gt;20% when combined with splitting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Comparison of Register Allocation Approaches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732520" cy="4572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21408" y="8046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85616" y="8046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Quality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8384" y="8046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Spill Cost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31152" y="80467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Best Use Case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261872"/>
            <a:ext cx="8732520" cy="667512"/>
          </a:xfrm>
          <a:prstGeom prst="rect">
            <a:avLst/>
          </a:prstGeom>
          <a:solidFill>
            <a:srgbClr val="EEF2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261872"/>
            <a:ext cx="201168" cy="6675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298448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Graph Coloring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(Chaitin 1982)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1298448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O(n²) — slow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13048" y="129844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★★★★★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Best quality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85816" y="1298448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High if many spills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58584" y="1298448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Static AOT compilers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(GCC, LLVM)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1965960"/>
            <a:ext cx="87325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965960"/>
            <a:ext cx="201168" cy="6675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" y="2002536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Linear Scan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(Poletto 1999)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48840" y="2002536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O(n log n)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Very fast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13048" y="200253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★★★☆☆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Good, not optimal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85816" y="2002536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Low–Medium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58584" y="2002536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JIT compilers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(JVM, .NET, V8)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2670048"/>
            <a:ext cx="8732520" cy="667512"/>
          </a:xfrm>
          <a:prstGeom prst="rect">
            <a:avLst/>
          </a:prstGeom>
          <a:solidFill>
            <a:srgbClr val="EEF2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2670048"/>
            <a:ext cx="201168" cy="6675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706624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Live Range Splitting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(Cooper 1998)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48840" y="2706624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O(n²) + split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cost estimation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13048" y="2706624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★★★★☆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Better than naive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385816" y="2706624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Reduced: avoids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loop spills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958584" y="2706624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Augments coloring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allocators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3374136"/>
            <a:ext cx="8732520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374136"/>
            <a:ext cx="201168" cy="6675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3410712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Optimistic Coalescing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(Park 2004)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148840" y="3410712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O(n²)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undo logic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13048" y="3410712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★★★★☆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Best copy elim.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85816" y="3410712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Lower than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conservative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58584" y="3410712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Compilers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heavy copy gen.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" y="4078224"/>
            <a:ext cx="8732520" cy="667512"/>
          </a:xfrm>
          <a:prstGeom prst="rect">
            <a:avLst/>
          </a:prstGeom>
          <a:solidFill>
            <a:srgbClr val="EEF2FF"/>
          </a:solidFill>
          <a:ln w="6350">
            <a:solidFill>
              <a:srgbClr val="E8EC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8600" y="4078224"/>
            <a:ext cx="201168" cy="66751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4114800"/>
            <a:ext cx="17556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Coloring-Based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Coalescing (Odaira)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148840" y="411480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2× coloring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overhead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813048" y="411480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★★★★★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+6% avg spill cut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385816" y="4114800"/>
            <a:ext cx="14813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Reduced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&gt;6% avg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58584" y="4114800"/>
            <a:ext cx="23957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Graph coloring 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splitting together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Evolution of Register Allocation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DB6AC"/>
                </a:solidFill>
              </a:rPr>
              <a:t>Key Insights &amp; Why Graph Coloring Remains Dominant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514600"/>
            <a:ext cx="8229600" cy="0"/>
          </a:xfrm>
          <a:prstGeom prst="line">
            <a:avLst/>
          </a:prstGeom>
          <a:noFill/>
          <a:ln w="38100">
            <a:solidFill>
              <a:srgbClr val="3D5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365760" cy="365760"/>
          </a:xfrm>
          <a:prstGeom prst="ellipse">
            <a:avLst/>
          </a:prstGeom>
          <a:solidFill>
            <a:srgbClr val="00897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47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1981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770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Chaitin et al.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081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Graph coloring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formalized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50008" y="2331720"/>
            <a:ext cx="365760" cy="365760"/>
          </a:xfrm>
          <a:prstGeom prst="ellipse">
            <a:avLst/>
          </a:prstGeom>
          <a:solidFill>
            <a:srgbClr val="5C6B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38528" y="1947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1994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38528" y="2770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C0"/>
                </a:solidFill>
              </a:rPr>
              <a:t>Briggs et al.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47088" y="3081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Optimistic coloring;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conservative coalescing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31336" y="2331720"/>
            <a:ext cx="365760" cy="365760"/>
          </a:xfrm>
          <a:prstGeom prst="ellipse">
            <a:avLst/>
          </a:prstGeom>
          <a:solidFill>
            <a:srgbClr val="1B5E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1947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1998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9856" y="2770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Poletto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5E20"/>
                </a:solidFill>
              </a:rPr>
              <a:t>Sarkar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28416" y="3081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Linear Scan for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JIT compilers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312664" y="2331720"/>
            <a:ext cx="365760" cy="365760"/>
          </a:xfrm>
          <a:prstGeom prst="ellipse">
            <a:avLst/>
          </a:prstGeom>
          <a:solidFill>
            <a:srgbClr val="4A14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947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1998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01184" y="2770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48C"/>
                </a:solidFill>
              </a:rPr>
              <a:t>Cooper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148C"/>
                </a:solidFill>
              </a:rPr>
              <a:t>Simpson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9744" y="3081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Passive live range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splitting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793992" y="2331720"/>
            <a:ext cx="365760" cy="365760"/>
          </a:xfrm>
          <a:prstGeom prst="ellipse">
            <a:avLst/>
          </a:prstGeom>
          <a:solidFill>
            <a:srgbClr val="B71C1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947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82512" y="2770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71C1C"/>
                </a:solidFill>
              </a:rPr>
              <a:t>Park &amp; Moon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91072" y="3081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Optimistic register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coalescing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275320" y="2331720"/>
            <a:ext cx="365760" cy="365760"/>
          </a:xfrm>
          <a:prstGeom prst="ellipse">
            <a:avLst/>
          </a:prstGeom>
          <a:solidFill>
            <a:srgbClr val="E651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63840" y="1947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27706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Odaira et al.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30815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Coloring-based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0B4D6"/>
                </a:solidFill>
              </a:rPr>
              <a:t>coalescing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858768"/>
            <a:ext cx="41148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58768"/>
            <a:ext cx="164592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8770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Graph Coloring = Gold Standard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" y="41148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6"/>
                </a:solidFill>
              </a:rPr>
              <a:t>Produces optimal-quality allocation. Used in GCC, LLVM, and all major static compilers.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858768"/>
            <a:ext cx="41148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858768"/>
            <a:ext cx="164592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87705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Linear Scan = Speed Champion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02352" y="4114800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6"/>
                </a:solidFill>
              </a:rPr>
              <a:t>Trades some quality for 5–100× faster compilation. Essential for JIT (JVM, .NET, Android ART).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517136"/>
            <a:ext cx="41148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517136"/>
            <a:ext cx="164592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" y="45354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Splitting Beats Spilling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" y="477316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6"/>
                </a:solidFill>
              </a:rPr>
              <a:t>Breaking live ranges around high-pressure regions avoids costly in-loop spill code.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46320" y="4517136"/>
            <a:ext cx="4114800" cy="59436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3D5A8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4517136"/>
            <a:ext cx="164592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02352" y="45354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Coalescing is Non-Trivial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02352" y="477316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4D6"/>
                </a:solidFill>
              </a:rPr>
              <a:t>Done wrong, it increases spills. Coloring-based coalescing uses the graph structure itself to decide safely.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 Allocation Using Graph Coloring Techniques</dc:title>
  <dc:subject>PptxGenJS Presentation</dc:subject>
  <dc:creator>PptxGenJS</dc:creator>
  <cp:lastModifiedBy>PptxGenJS</cp:lastModifiedBy>
  <cp:revision>1</cp:revision>
  <dcterms:created xsi:type="dcterms:W3CDTF">2026-04-18T11:32:12Z</dcterms:created>
  <dcterms:modified xsi:type="dcterms:W3CDTF">2026-04-18T11:32:12Z</dcterms:modified>
</cp:coreProperties>
</file>